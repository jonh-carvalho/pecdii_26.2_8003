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0F5"/>
    <a:srgbClr val="F4F1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7" d="100"/>
          <a:sy n="37" d="100"/>
        </p:scale>
        <p:origin x="756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8D7E3024-6178-B296-9DA8-A2A3D7CF71C9}"/>
              </a:ext>
            </a:extLst>
          </p:cNvPr>
          <p:cNvSpPr/>
          <p:nvPr/>
        </p:nvSpPr>
        <p:spPr>
          <a:xfrm>
            <a:off x="14909800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9B464AC-43C6-28AB-0A72-97F6615A9E77}"/>
              </a:ext>
            </a:extLst>
          </p:cNvPr>
          <p:cNvSpPr/>
          <p:nvPr/>
        </p:nvSpPr>
        <p:spPr>
          <a:xfrm>
            <a:off x="14909800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D3C1D86B-FA54-BCFB-3E06-D51818373FC2}"/>
              </a:ext>
            </a:extLst>
          </p:cNvPr>
          <p:cNvSpPr/>
          <p:nvPr/>
        </p:nvSpPr>
        <p:spPr>
          <a:xfrm>
            <a:off x="14860918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CFB8A540-EFCF-87AC-818B-6FA64F780A38}"/>
              </a:ext>
            </a:extLst>
          </p:cNvPr>
          <p:cNvSpPr/>
          <p:nvPr/>
        </p:nvSpPr>
        <p:spPr>
          <a:xfrm>
            <a:off x="14860918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23F04517-A610-C713-9B76-C2DBFCE0A681}"/>
              </a:ext>
            </a:extLst>
          </p:cNvPr>
          <p:cNvSpPr/>
          <p:nvPr/>
        </p:nvSpPr>
        <p:spPr>
          <a:xfrm>
            <a:off x="14860918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1F5AD938-C569-5370-E4AE-A40082153E28}"/>
              </a:ext>
            </a:extLst>
          </p:cNvPr>
          <p:cNvSpPr/>
          <p:nvPr/>
        </p:nvSpPr>
        <p:spPr>
          <a:xfrm>
            <a:off x="14860918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3523E5CF-1315-7F29-8877-F94EF3E8FD5D}"/>
              </a:ext>
            </a:extLst>
          </p:cNvPr>
          <p:cNvSpPr/>
          <p:nvPr/>
        </p:nvSpPr>
        <p:spPr>
          <a:xfrm>
            <a:off x="14860918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2C88A8F-728D-AD29-5C4F-51D80DFE583F}"/>
              </a:ext>
            </a:extLst>
          </p:cNvPr>
          <p:cNvSpPr/>
          <p:nvPr/>
        </p:nvSpPr>
        <p:spPr>
          <a:xfrm>
            <a:off x="14860918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982227E3-A62D-B4CD-4D95-52E93450D8EC}"/>
              </a:ext>
            </a:extLst>
          </p:cNvPr>
          <p:cNvSpPr/>
          <p:nvPr/>
        </p:nvSpPr>
        <p:spPr>
          <a:xfrm>
            <a:off x="14860918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76DEBACB-9846-4C29-0F32-C7691BD52009}"/>
              </a:ext>
            </a:extLst>
          </p:cNvPr>
          <p:cNvSpPr/>
          <p:nvPr/>
        </p:nvSpPr>
        <p:spPr>
          <a:xfrm>
            <a:off x="14860918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4156C25E-3892-FF02-F6CE-0A8EF8C99862}"/>
              </a:ext>
            </a:extLst>
          </p:cNvPr>
          <p:cNvSpPr/>
          <p:nvPr/>
        </p:nvSpPr>
        <p:spPr>
          <a:xfrm>
            <a:off x="14860918" y="8661410"/>
            <a:ext cx="1251789" cy="426746"/>
          </a:xfrm>
          <a:prstGeom prst="rect">
            <a:avLst/>
          </a:prstGeom>
          <a:solidFill>
            <a:srgbClr val="F4F1EC"/>
          </a:solidFill>
          <a:ln>
            <a:solidFill>
              <a:srgbClr val="E9F0F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Personalizar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JONH EDSON RIBEIRO DE CARVALHO</cp:lastModifiedBy>
  <cp:revision>3</cp:revision>
  <dcterms:created xsi:type="dcterms:W3CDTF">2006-08-16T00:00:00Z</dcterms:created>
  <dcterms:modified xsi:type="dcterms:W3CDTF">2026-08-24T16:08:57Z</dcterms:modified>
</cp:coreProperties>
</file>