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AFC1"/>
    <a:srgbClr val="98AEC1"/>
    <a:srgbClr val="F2F3EE"/>
    <a:srgbClr val="DEDDD9"/>
    <a:srgbClr val="F3F2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756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solidFill>
            <a:srgbClr val="F3F2ED"/>
          </a:solidFill>
          <a:ln>
            <a:solidFill>
              <a:srgbClr val="DEDDD9"/>
            </a:solidFill>
          </a:ln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FEC6E3F-A5C5-2C3B-6F7C-9DB9476C9A03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F2F3E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114B9D7-4C4B-A3AA-0DFD-7F846BE35BE2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2D8C7811-7128-69B8-2782-A495E3D142F2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2239914-540D-2F4C-CD58-B48738B2B7FE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44007F6-BE77-B171-633F-8D71B45B729E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5AEB7DD-5F0B-07CF-5068-BA7B610E61C5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6110BF0-454B-8208-01CE-2E3FE38D2A39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4CF1859-E9BE-DF9A-61E8-F6E8324BCCF8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227542E-1A32-2C28-C550-FF9FEAB25DA3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F49C1A4-918F-C3D3-6978-2CE0AAA07EEE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D55F4B2-4CB9-F32C-D4A3-90B25B089B3D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E863BB1-C3E7-9FE6-44B4-2C4F95EBB946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53BB9FE-0209-4E8E-BDBF-966083151292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EFC9734-32E2-13AD-C0E3-31C2FC9B3521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98AEC1"/>
          </a:solidFill>
          <a:ln>
            <a:solidFill>
              <a:srgbClr val="98AF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Personalizar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JONH EDSON RIBEIRO DE CARVALHO</dc:creator>
  <cp:lastModifiedBy>JONH EDSON RIBEIRO DE CARVALHO</cp:lastModifiedBy>
  <cp:revision>2</cp:revision>
  <dcterms:created xsi:type="dcterms:W3CDTF">2006-08-16T00:00:00Z</dcterms:created>
  <dcterms:modified xsi:type="dcterms:W3CDTF">2026-10-05T16:28:03Z</dcterms:modified>
</cp:coreProperties>
</file>